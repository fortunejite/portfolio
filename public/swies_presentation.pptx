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7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53BF-C224-FDB7-C81A-98E3DCD8A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D419-17E7-5916-2DD2-4862B6E6D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A5682-5E26-0B7F-83F7-4B321B0C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4CF55-D981-A10E-0D95-9C811DD3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4E19-A006-8611-9ECF-7F2A67D0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8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AA17-8701-392C-D9E3-88E81CE0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FF3D-C763-F350-BD9E-72A96BB45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B736-9E20-E96E-EDDD-6B75381B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185D-2702-DA36-AAF3-FF3B5743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EB74-C5F3-D441-72EC-8CDC8FCB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5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CF38-DAD0-E18A-8A2D-ECBB55B4C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3228B-EF06-4F70-9335-99C489A50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41735-0548-172A-EBD5-80D52152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294D-AA49-A92B-CED7-6EEC5283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6A1E-3273-1FD1-C01C-9B6D9DE4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3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1C1A-41C5-610B-BDB7-1A0E2E8C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5CF92-D04B-2E1A-C50C-AC4A489E5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99E98-26A2-8A80-1ED6-1FE4E3BD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AAC4F-5A6F-A75E-5546-9C82A9FB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A02C-4B24-ED1F-E877-54F10A00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15AD6-E65F-D487-CEEB-204610E9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8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7E19-38DD-24FA-208A-B23938C6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FBACC-3869-450F-B4E8-B6FFE6CBF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518C0-BA7F-93EE-B819-2BEA6CD85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6C8B6-8135-9C0E-0CED-6AA387D4A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B5FC0-B5AA-F220-0348-070820C26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E285C-AD07-E55B-96B3-582A8AA5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EB742-0B9E-B3E7-BB06-4C59DDFA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8E31-4C36-CFB8-98BB-73003488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9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DEC8-952B-4C47-A860-52E6AE98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A689E-FBF2-B897-169C-900163B5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76ACD-ACF9-D2D2-4F63-FFCABC76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FE038-3DD7-A7EF-5FE2-A2A0ADC9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4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41232-951E-B0F2-E065-D4B7D51C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B20F7-E720-3833-F862-D8EEFD4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7213B-514D-BB69-52B6-1DD61CD2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19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55E8-8F8F-37CC-DD98-983CDE08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2010-F485-1409-AF01-56C8921A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A3489-1FA3-10C7-E3BC-E244F24F9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F0E09-3B47-6146-6D66-8FCD4087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243DE-BDD3-E2E7-398E-F7313E91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DFD27-7E75-B39F-06F3-45E4ADF2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355-AACC-5D52-1B25-BDD419B3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88CB9-AD3F-65E0-1ED2-7FA1C9CB6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0C42-31F8-564A-3C61-8247BB079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27EFE-A23A-825A-2450-18AB33BD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075F7-A419-3769-5A57-BAA15F38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778B2-0158-C3AC-BBE2-C735AAC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52C0-10B3-9BCA-55D0-DDEA2E86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69339-F360-F840-4DC4-6B22C22DF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FFAA7-6F16-C95C-A9B6-8240BA7F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5695E-FBFB-3342-9E61-87A8505A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748D-E1A9-4BDC-8684-00D2F944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F02D4-955E-FA21-574C-F97F5C269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037B0-86B7-92E8-9414-01CC453BD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D91CC-5B4A-2D64-1AA9-6BD474E5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3979B-2C65-8DC6-747A-C271015A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2F592-DCA4-4170-276A-490FD96D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0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9B62D-9D6C-AE1A-3749-06DE3A92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15FF6-6196-A5A8-C7BD-28137244B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8E55-469E-9EA3-3812-DAD249D53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C9E87-4748-4C11-BB57-EE16DBC161C1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EAA8A-9594-689F-D435-804638643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25545-61E5-7026-AFD9-3DC40930A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D1E93-C0A0-4DA5-BF78-AFFB54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29.pn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89D0-760C-A328-4760-30ADE80D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E4E4F0-2F9C-2D07-A15C-EAB710D0AF03}"/>
              </a:ext>
            </a:extLst>
          </p:cNvPr>
          <p:cNvSpPr txBox="1"/>
          <p:nvPr/>
        </p:nvSpPr>
        <p:spPr>
          <a:xfrm>
            <a:off x="683076" y="636813"/>
            <a:ext cx="10825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Student Industrial Work Experience Scheme (SWIES)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B2646-473C-0AD4-9A9D-0C3E2BD42508}"/>
              </a:ext>
            </a:extLst>
          </p:cNvPr>
          <p:cNvSpPr txBox="1"/>
          <p:nvPr/>
        </p:nvSpPr>
        <p:spPr>
          <a:xfrm>
            <a:off x="683077" y="3075033"/>
            <a:ext cx="10825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Ogbodogbo Fortune Onajite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1EB2F-FE50-810A-E549-B1F1962128A2}"/>
              </a:ext>
            </a:extLst>
          </p:cNvPr>
          <p:cNvSpPr txBox="1"/>
          <p:nvPr/>
        </p:nvSpPr>
        <p:spPr>
          <a:xfrm>
            <a:off x="1093622" y="3728171"/>
            <a:ext cx="1082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Computer Science, FUPRE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8589-1348-88D7-D5F5-6B134D825E60}"/>
              </a:ext>
            </a:extLst>
          </p:cNvPr>
          <p:cNvSpPr txBox="1"/>
          <p:nvPr/>
        </p:nvSpPr>
        <p:spPr>
          <a:xfrm>
            <a:off x="683078" y="5427727"/>
            <a:ext cx="108258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Software &amp; Hardware Lab, Federal University of Petroleum Resources Effurun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52A58-9772-589B-96E2-8CF89184334F}"/>
              </a:ext>
            </a:extLst>
          </p:cNvPr>
          <p:cNvSpPr txBox="1"/>
          <p:nvPr/>
        </p:nvSpPr>
        <p:spPr>
          <a:xfrm>
            <a:off x="683077" y="6080865"/>
            <a:ext cx="108258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Internship Period: 23 June – 5 December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FE8AC-A3CA-E099-36B3-9EDA66F17419}"/>
              </a:ext>
            </a:extLst>
          </p:cNvPr>
          <p:cNvSpPr txBox="1"/>
          <p:nvPr/>
        </p:nvSpPr>
        <p:spPr>
          <a:xfrm>
            <a:off x="-12159548" y="1266816"/>
            <a:ext cx="11019064" cy="308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SIWES?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bridge between academic theory and practical industry skills.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My Placement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 &amp; Hardware Lab, Federal University of Petroleum Resources Effurun.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Duration: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23rd June – 5th December 2025.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727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9372-6288-549E-D593-D51935EA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931164-CE2E-2F1F-3338-DC93A200BB89}"/>
              </a:ext>
            </a:extLst>
          </p:cNvPr>
          <p:cNvSpPr txBox="1"/>
          <p:nvPr/>
        </p:nvSpPr>
        <p:spPr>
          <a:xfrm>
            <a:off x="683078" y="620485"/>
            <a:ext cx="1082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AE8CF-856E-9D44-94EF-DCB8DCB7B1AC}"/>
              </a:ext>
            </a:extLst>
          </p:cNvPr>
          <p:cNvSpPr txBox="1"/>
          <p:nvPr/>
        </p:nvSpPr>
        <p:spPr>
          <a:xfrm>
            <a:off x="489857" y="1266816"/>
            <a:ext cx="11019064" cy="308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SIWES?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bridge between academic theory and practical industry skills.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My Placement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 &amp; Hardware Lab, Federal University of Petroleum Resources Effurun.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Duration: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23rd June – 5th December 2025.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243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49B8E7-E998-5F4D-EB30-2D2A176A8819}"/>
              </a:ext>
            </a:extLst>
          </p:cNvPr>
          <p:cNvSpPr/>
          <p:nvPr/>
        </p:nvSpPr>
        <p:spPr>
          <a:xfrm>
            <a:off x="4055965" y="3540141"/>
            <a:ext cx="4080069" cy="20349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84260-D23C-D74B-7681-66ECE40870D9}"/>
              </a:ext>
            </a:extLst>
          </p:cNvPr>
          <p:cNvSpPr txBox="1"/>
          <p:nvPr/>
        </p:nvSpPr>
        <p:spPr>
          <a:xfrm>
            <a:off x="650420" y="130627"/>
            <a:ext cx="1082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My Learning Rotations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88493A-7B63-17FB-C764-D6745F8F233F}"/>
              </a:ext>
            </a:extLst>
          </p:cNvPr>
          <p:cNvSpPr/>
          <p:nvPr/>
        </p:nvSpPr>
        <p:spPr>
          <a:xfrm>
            <a:off x="1166791" y="1124896"/>
            <a:ext cx="4080069" cy="20349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 descr="Atom with solid fill">
            <a:extLst>
              <a:ext uri="{FF2B5EF4-FFF2-40B4-BE49-F238E27FC236}">
                <a16:creationId xmlns:a16="http://schemas.microsoft.com/office/drawing/2014/main" id="{5A5D14AA-4190-B58A-63A9-EB395EF61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3907" y="1260304"/>
            <a:ext cx="914400" cy="9144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8478A5-E969-FECE-6E4C-1F6EA3CBD054}"/>
              </a:ext>
            </a:extLst>
          </p:cNvPr>
          <p:cNvSpPr/>
          <p:nvPr/>
        </p:nvSpPr>
        <p:spPr>
          <a:xfrm>
            <a:off x="6773976" y="1155148"/>
            <a:ext cx="4078224" cy="203911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 descr="Social network with solid fill">
            <a:extLst>
              <a:ext uri="{FF2B5EF4-FFF2-40B4-BE49-F238E27FC236}">
                <a16:creationId xmlns:a16="http://schemas.microsoft.com/office/drawing/2014/main" id="{4C17B097-36B0-C2C7-05F4-8363683D1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3082" y="3631456"/>
            <a:ext cx="914400" cy="914400"/>
          </a:xfrm>
          <a:prstGeom prst="rect">
            <a:avLst/>
          </a:prstGeom>
        </p:spPr>
      </p:pic>
      <p:pic>
        <p:nvPicPr>
          <p:cNvPr id="14" name="Graphic 13" descr="Tools with solid fill">
            <a:extLst>
              <a:ext uri="{FF2B5EF4-FFF2-40B4-BE49-F238E27FC236}">
                <a16:creationId xmlns:a16="http://schemas.microsoft.com/office/drawing/2014/main" id="{31514D38-FCE8-8A02-081A-15C2C9A5CE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9736" y="130021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D5BAFA-9E9C-CF7B-47E8-6850C8443CFA}"/>
              </a:ext>
            </a:extLst>
          </p:cNvPr>
          <p:cNvSpPr txBox="1"/>
          <p:nvPr/>
        </p:nvSpPr>
        <p:spPr>
          <a:xfrm>
            <a:off x="683078" y="2174704"/>
            <a:ext cx="4926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Web Development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87B48C-958E-1CED-4DE9-7AA8243EFA27}"/>
              </a:ext>
            </a:extLst>
          </p:cNvPr>
          <p:cNvSpPr txBox="1"/>
          <p:nvPr/>
        </p:nvSpPr>
        <p:spPr>
          <a:xfrm>
            <a:off x="6403729" y="2242802"/>
            <a:ext cx="4926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 &amp; 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37794-7DA9-A322-C0B2-0D072AE57073}"/>
              </a:ext>
            </a:extLst>
          </p:cNvPr>
          <p:cNvSpPr txBox="1"/>
          <p:nvPr/>
        </p:nvSpPr>
        <p:spPr>
          <a:xfrm>
            <a:off x="3572253" y="4545856"/>
            <a:ext cx="4926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Networking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C79E56A-6E36-DAD3-3A2F-694E55D7DFF4}"/>
              </a:ext>
            </a:extLst>
          </p:cNvPr>
          <p:cNvSpPr/>
          <p:nvPr/>
        </p:nvSpPr>
        <p:spPr>
          <a:xfrm>
            <a:off x="-5697508" y="4049486"/>
            <a:ext cx="5617028" cy="5617028"/>
          </a:xfrm>
          <a:prstGeom prst="donu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34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497568-F8FF-C7C9-6276-C35855C8DF0E}"/>
              </a:ext>
            </a:extLst>
          </p:cNvPr>
          <p:cNvSpPr txBox="1"/>
          <p:nvPr/>
        </p:nvSpPr>
        <p:spPr>
          <a:xfrm>
            <a:off x="914400" y="636814"/>
            <a:ext cx="1082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Software Development: Skills &amp; Tools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37DE2A-431F-101C-AE42-3FCC1BC8CD82}"/>
              </a:ext>
            </a:extLst>
          </p:cNvPr>
          <p:cNvSpPr/>
          <p:nvPr/>
        </p:nvSpPr>
        <p:spPr>
          <a:xfrm>
            <a:off x="1281616" y="1410711"/>
            <a:ext cx="2167966" cy="26421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A7DC97-171C-0BE9-9121-EA3A5C00A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0378" y="1785920"/>
            <a:ext cx="802888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101F8F-56F2-E428-1959-29DD46E2B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7932" y="1785920"/>
            <a:ext cx="812802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D09C601-CEA1-FF4A-F687-5EC633748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7422" y="2817537"/>
            <a:ext cx="914400" cy="914400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AE63088-B2E2-7ED1-47A2-8262FA6F8045}"/>
              </a:ext>
            </a:extLst>
          </p:cNvPr>
          <p:cNvSpPr/>
          <p:nvPr/>
        </p:nvSpPr>
        <p:spPr>
          <a:xfrm>
            <a:off x="3952527" y="1418019"/>
            <a:ext cx="2167966" cy="26421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A1DA680-0DEB-FB5D-BC21-3732458216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05651" y="1616676"/>
            <a:ext cx="1342005" cy="134200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A711347-54B9-9A4A-75F6-BC6828656B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7726" y="2805105"/>
            <a:ext cx="810322" cy="9144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D2149FA-578B-E940-ADAA-39DFDCF6F7B9}"/>
              </a:ext>
            </a:extLst>
          </p:cNvPr>
          <p:cNvSpPr/>
          <p:nvPr/>
        </p:nvSpPr>
        <p:spPr>
          <a:xfrm>
            <a:off x="6445565" y="1428388"/>
            <a:ext cx="2167966" cy="26421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244D620-DDA1-9E90-B7D0-8301851B76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80150" y="2889812"/>
            <a:ext cx="914400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7BE98F-C108-9E77-31AC-63851450B7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56043" y="1989006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2920807-4372-44AC-765E-ADD14407F2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41643" y="1975412"/>
            <a:ext cx="914400" cy="914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BC0AF9-17EE-8672-C7C6-9410AF6C1352}"/>
              </a:ext>
            </a:extLst>
          </p:cNvPr>
          <p:cNvGrpSpPr/>
          <p:nvPr/>
        </p:nvGrpSpPr>
        <p:grpSpPr>
          <a:xfrm>
            <a:off x="-6086403" y="1989006"/>
            <a:ext cx="4572000" cy="3445329"/>
            <a:chOff x="914400" y="2057400"/>
            <a:chExt cx="3233057" cy="344532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82589BD-EB72-7EAB-B39F-B793601A0570}"/>
                </a:ext>
              </a:extLst>
            </p:cNvPr>
            <p:cNvSpPr/>
            <p:nvPr/>
          </p:nvSpPr>
          <p:spPr>
            <a:xfrm>
              <a:off x="914400" y="2057400"/>
              <a:ext cx="3233057" cy="3445329"/>
            </a:xfrm>
            <a:prstGeom prst="roundRect">
              <a:avLst>
                <a:gd name="adj" fmla="val 5051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68805F-5842-DDF8-CB69-72E55C0DAFAE}"/>
                </a:ext>
              </a:extLst>
            </p:cNvPr>
            <p:cNvSpPr txBox="1"/>
            <p:nvPr/>
          </p:nvSpPr>
          <p:spPr>
            <a:xfrm>
              <a:off x="1257300" y="2334986"/>
              <a:ext cx="25472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BMI Calculator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CCD64E5-C87E-BA1E-433C-FF339D6B2D37}"/>
                </a:ext>
              </a:extLst>
            </p:cNvPr>
            <p:cNvSpPr/>
            <p:nvPr/>
          </p:nvSpPr>
          <p:spPr>
            <a:xfrm>
              <a:off x="1962149" y="2971800"/>
              <a:ext cx="1137557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Python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2C8AA6-2795-EBEA-212E-0F026E24BF8C}"/>
                </a:ext>
              </a:extLst>
            </p:cNvPr>
            <p:cNvSpPr txBox="1"/>
            <p:nvPr/>
          </p:nvSpPr>
          <p:spPr>
            <a:xfrm>
              <a:off x="1061357" y="3967843"/>
              <a:ext cx="29064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Python script to calculate the BMI of a person</a:t>
              </a:r>
            </a:p>
          </p:txBody>
        </p:sp>
      </p:grpSp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73609C8C-6319-76E4-DCE8-9143F22F87F5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4" name="Graphic 33" descr="Atom with solid fill">
            <a:extLst>
              <a:ext uri="{FF2B5EF4-FFF2-40B4-BE49-F238E27FC236}">
                <a16:creationId xmlns:a16="http://schemas.microsoft.com/office/drawing/2014/main" id="{02920F46-5007-FA80-38A2-E5BF600B3F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6796" y="5668080"/>
            <a:ext cx="914400" cy="914400"/>
          </a:xfrm>
          <a:prstGeom prst="rect">
            <a:avLst/>
          </a:prstGeom>
        </p:spPr>
      </p:pic>
      <p:pic>
        <p:nvPicPr>
          <p:cNvPr id="35" name="Graphic 34" descr="Social network with solid fill">
            <a:extLst>
              <a:ext uri="{FF2B5EF4-FFF2-40B4-BE49-F238E27FC236}">
                <a16:creationId xmlns:a16="http://schemas.microsoft.com/office/drawing/2014/main" id="{B0DB4923-0EC0-B81F-D7AD-F299203A0D6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3996" y="8235073"/>
            <a:ext cx="914400" cy="914400"/>
          </a:xfrm>
          <a:prstGeom prst="rect">
            <a:avLst/>
          </a:prstGeom>
        </p:spPr>
      </p:pic>
      <p:pic>
        <p:nvPicPr>
          <p:cNvPr id="36" name="Graphic 35" descr="Tools with solid fill">
            <a:extLst>
              <a:ext uri="{FF2B5EF4-FFF2-40B4-BE49-F238E27FC236}">
                <a16:creationId xmlns:a16="http://schemas.microsoft.com/office/drawing/2014/main" id="{9ABD0DB3-E0CB-BCED-822E-07C89349226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06874" y="6953088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DDFC811-B4B1-7CDE-5BC1-49127DFC1E1A}"/>
              </a:ext>
            </a:extLst>
          </p:cNvPr>
          <p:cNvSpPr txBox="1"/>
          <p:nvPr/>
        </p:nvSpPr>
        <p:spPr>
          <a:xfrm>
            <a:off x="1364074" y="4299293"/>
            <a:ext cx="205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Frontend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026C2A-F991-F6F1-94F8-0F7D5355152C}"/>
              </a:ext>
            </a:extLst>
          </p:cNvPr>
          <p:cNvSpPr txBox="1"/>
          <p:nvPr/>
        </p:nvSpPr>
        <p:spPr>
          <a:xfrm>
            <a:off x="4017277" y="4314947"/>
            <a:ext cx="205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Backend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5A2BB5-820D-3121-6358-7643DF14BAA0}"/>
              </a:ext>
            </a:extLst>
          </p:cNvPr>
          <p:cNvSpPr txBox="1"/>
          <p:nvPr/>
        </p:nvSpPr>
        <p:spPr>
          <a:xfrm>
            <a:off x="6670480" y="4330601"/>
            <a:ext cx="205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Database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142F9F8-66DA-7EB3-9AF6-C30969FEECC2}"/>
              </a:ext>
            </a:extLst>
          </p:cNvPr>
          <p:cNvSpPr/>
          <p:nvPr/>
        </p:nvSpPr>
        <p:spPr>
          <a:xfrm>
            <a:off x="8868149" y="1428388"/>
            <a:ext cx="2167966" cy="264218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A3507BE-9EFB-447C-4A3E-20CDD6E3324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38561" y="1785920"/>
            <a:ext cx="914400" cy="9144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37389DDF-98AF-CC1E-C156-93939677B11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95984" y="2334985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F5532F6-94C7-7235-B565-AF42B15C9233}"/>
              </a:ext>
            </a:extLst>
          </p:cNvPr>
          <p:cNvSpPr txBox="1"/>
          <p:nvPr/>
        </p:nvSpPr>
        <p:spPr>
          <a:xfrm>
            <a:off x="8897004" y="4314946"/>
            <a:ext cx="205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Practices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490615-8425-5B3B-EBC7-2236A73AC916}"/>
              </a:ext>
            </a:extLst>
          </p:cNvPr>
          <p:cNvGrpSpPr/>
          <p:nvPr/>
        </p:nvGrpSpPr>
        <p:grpSpPr>
          <a:xfrm>
            <a:off x="13962922" y="1729194"/>
            <a:ext cx="4950279" cy="3445329"/>
            <a:chOff x="914400" y="2057400"/>
            <a:chExt cx="3233057" cy="344532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5DD28EB-3F09-ADC4-41A8-CB3875D17C6D}"/>
                </a:ext>
              </a:extLst>
            </p:cNvPr>
            <p:cNvSpPr/>
            <p:nvPr/>
          </p:nvSpPr>
          <p:spPr>
            <a:xfrm>
              <a:off x="914400" y="2057400"/>
              <a:ext cx="3233057" cy="3445329"/>
            </a:xfrm>
            <a:prstGeom prst="roundRect">
              <a:avLst>
                <a:gd name="adj" fmla="val 5051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7CEC464-B202-FE6C-BA77-E05309CA1043}"/>
                </a:ext>
              </a:extLst>
            </p:cNvPr>
            <p:cNvSpPr txBox="1"/>
            <p:nvPr/>
          </p:nvSpPr>
          <p:spPr>
            <a:xfrm>
              <a:off x="1257300" y="2334986"/>
              <a:ext cx="25472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Todo List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7EB2971-C7F4-6096-5175-A59892E6FE59}"/>
                </a:ext>
              </a:extLst>
            </p:cNvPr>
            <p:cNvSpPr/>
            <p:nvPr/>
          </p:nvSpPr>
          <p:spPr>
            <a:xfrm>
              <a:off x="1050472" y="2850688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HTML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726F76-CDBA-1B6B-44ED-8C81B3E27A8E}"/>
                </a:ext>
              </a:extLst>
            </p:cNvPr>
            <p:cNvSpPr txBox="1"/>
            <p:nvPr/>
          </p:nvSpPr>
          <p:spPr>
            <a:xfrm>
              <a:off x="1061357" y="3967843"/>
              <a:ext cx="29064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 web app to track daily tasks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41817DE-E17A-E9C0-6B1E-D78E940DB2D3}"/>
                </a:ext>
              </a:extLst>
            </p:cNvPr>
            <p:cNvSpPr/>
            <p:nvPr/>
          </p:nvSpPr>
          <p:spPr>
            <a:xfrm>
              <a:off x="2530928" y="2894916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CSS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D860ED7-D5EE-3B79-B768-CF5738F9460C}"/>
                </a:ext>
              </a:extLst>
            </p:cNvPr>
            <p:cNvSpPr/>
            <p:nvPr/>
          </p:nvSpPr>
          <p:spPr>
            <a:xfrm>
              <a:off x="1061357" y="3409265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JavaScript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F12E46A-DD62-9EB9-62AE-9BA7AE9D9AEC}"/>
                </a:ext>
              </a:extLst>
            </p:cNvPr>
            <p:cNvSpPr/>
            <p:nvPr/>
          </p:nvSpPr>
          <p:spPr>
            <a:xfrm>
              <a:off x="2505617" y="3429001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Express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8824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646E-B013-AE51-F460-AB26640B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53B6BD-FFCE-BDDB-89D4-ECAD980E98FE}"/>
              </a:ext>
            </a:extLst>
          </p:cNvPr>
          <p:cNvSpPr txBox="1"/>
          <p:nvPr/>
        </p:nvSpPr>
        <p:spPr>
          <a:xfrm>
            <a:off x="914400" y="636814"/>
            <a:ext cx="1082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Mini-Projects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92DE21-620F-1A54-6BDB-D94DBDA8714D}"/>
              </a:ext>
            </a:extLst>
          </p:cNvPr>
          <p:cNvGrpSpPr/>
          <p:nvPr/>
        </p:nvGrpSpPr>
        <p:grpSpPr>
          <a:xfrm>
            <a:off x="914400" y="1729195"/>
            <a:ext cx="4572000" cy="3445329"/>
            <a:chOff x="914400" y="2057400"/>
            <a:chExt cx="3233057" cy="344532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BCF9BB5-4D91-6A90-1F32-F84B819230D6}"/>
                </a:ext>
              </a:extLst>
            </p:cNvPr>
            <p:cNvSpPr/>
            <p:nvPr/>
          </p:nvSpPr>
          <p:spPr>
            <a:xfrm>
              <a:off x="914400" y="2057400"/>
              <a:ext cx="3233057" cy="3445329"/>
            </a:xfrm>
            <a:prstGeom prst="roundRect">
              <a:avLst>
                <a:gd name="adj" fmla="val 5051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B93BBC-54AF-466E-4EC8-D98DEE7D88AB}"/>
                </a:ext>
              </a:extLst>
            </p:cNvPr>
            <p:cNvSpPr txBox="1"/>
            <p:nvPr/>
          </p:nvSpPr>
          <p:spPr>
            <a:xfrm>
              <a:off x="1257300" y="2334986"/>
              <a:ext cx="25472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BMI Calculator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F379C75-8706-A0EF-177C-787C5270E47F}"/>
                </a:ext>
              </a:extLst>
            </p:cNvPr>
            <p:cNvSpPr/>
            <p:nvPr/>
          </p:nvSpPr>
          <p:spPr>
            <a:xfrm>
              <a:off x="1962149" y="2971800"/>
              <a:ext cx="1137557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Python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DBEE2F-18BE-A706-B323-94C52C744141}"/>
                </a:ext>
              </a:extLst>
            </p:cNvPr>
            <p:cNvSpPr txBox="1"/>
            <p:nvPr/>
          </p:nvSpPr>
          <p:spPr>
            <a:xfrm>
              <a:off x="1061357" y="3967843"/>
              <a:ext cx="29064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Python script to calculate the BMI of a person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8025A1-11BA-FFF3-FA7A-EE9C1A7AAB6C}"/>
              </a:ext>
            </a:extLst>
          </p:cNvPr>
          <p:cNvGrpSpPr/>
          <p:nvPr/>
        </p:nvGrpSpPr>
        <p:grpSpPr>
          <a:xfrm>
            <a:off x="6327321" y="1729194"/>
            <a:ext cx="4950279" cy="3445329"/>
            <a:chOff x="914400" y="2057400"/>
            <a:chExt cx="3233057" cy="344532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5D42246-EF09-16BE-D469-95A4FA6FF9AF}"/>
                </a:ext>
              </a:extLst>
            </p:cNvPr>
            <p:cNvSpPr/>
            <p:nvPr/>
          </p:nvSpPr>
          <p:spPr>
            <a:xfrm>
              <a:off x="914400" y="2057400"/>
              <a:ext cx="3233057" cy="3445329"/>
            </a:xfrm>
            <a:prstGeom prst="roundRect">
              <a:avLst>
                <a:gd name="adj" fmla="val 5051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695240-0553-598B-89D9-8EB23BCDD4DE}"/>
                </a:ext>
              </a:extLst>
            </p:cNvPr>
            <p:cNvSpPr txBox="1"/>
            <p:nvPr/>
          </p:nvSpPr>
          <p:spPr>
            <a:xfrm>
              <a:off x="1257300" y="2334986"/>
              <a:ext cx="25472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Todo List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2F8678A-5CDA-63AC-5F11-F1E82B85497D}"/>
                </a:ext>
              </a:extLst>
            </p:cNvPr>
            <p:cNvSpPr/>
            <p:nvPr/>
          </p:nvSpPr>
          <p:spPr>
            <a:xfrm>
              <a:off x="1050472" y="2850688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HTML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15C0A4-92AF-4176-B158-39AA8F17D36F}"/>
                </a:ext>
              </a:extLst>
            </p:cNvPr>
            <p:cNvSpPr txBox="1"/>
            <p:nvPr/>
          </p:nvSpPr>
          <p:spPr>
            <a:xfrm>
              <a:off x="1061357" y="3967843"/>
              <a:ext cx="29064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 web app to track daily tasks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FBCFBDC-7557-2080-E14C-BB44EBAC2562}"/>
                </a:ext>
              </a:extLst>
            </p:cNvPr>
            <p:cNvSpPr/>
            <p:nvPr/>
          </p:nvSpPr>
          <p:spPr>
            <a:xfrm>
              <a:off x="2530928" y="2894916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CSS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A4C61E8-94D9-B888-BF8B-AD747A5DDC57}"/>
                </a:ext>
              </a:extLst>
            </p:cNvPr>
            <p:cNvSpPr/>
            <p:nvPr/>
          </p:nvSpPr>
          <p:spPr>
            <a:xfrm>
              <a:off x="1061357" y="3409265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JavaScript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E4C83DA-4592-3696-6036-D2DC8AB9F610}"/>
                </a:ext>
              </a:extLst>
            </p:cNvPr>
            <p:cNvSpPr/>
            <p:nvPr/>
          </p:nvSpPr>
          <p:spPr>
            <a:xfrm>
              <a:off x="2505617" y="3429001"/>
              <a:ext cx="1281793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Express</a:t>
              </a:r>
            </a:p>
          </p:txBody>
        </p:sp>
      </p:grp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63E056B6-4C2B-37E8-CB42-68E4EAA1BA3C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Graphic 13" descr="Atom with solid fill">
            <a:extLst>
              <a:ext uri="{FF2B5EF4-FFF2-40B4-BE49-F238E27FC236}">
                <a16:creationId xmlns:a16="http://schemas.microsoft.com/office/drawing/2014/main" id="{C07E59E1-DFC2-58FD-0CC1-CF3DD9BC8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796" y="5668080"/>
            <a:ext cx="914400" cy="914400"/>
          </a:xfrm>
          <a:prstGeom prst="rect">
            <a:avLst/>
          </a:prstGeom>
        </p:spPr>
      </p:pic>
      <p:pic>
        <p:nvPicPr>
          <p:cNvPr id="16" name="Graphic 15" descr="Social network with solid fill">
            <a:extLst>
              <a:ext uri="{FF2B5EF4-FFF2-40B4-BE49-F238E27FC236}">
                <a16:creationId xmlns:a16="http://schemas.microsoft.com/office/drawing/2014/main" id="{2D66ACFF-9211-8BC0-EBF4-93B0FFEA4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996" y="8235073"/>
            <a:ext cx="914400" cy="914400"/>
          </a:xfrm>
          <a:prstGeom prst="rect">
            <a:avLst/>
          </a:prstGeom>
        </p:spPr>
      </p:pic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B8890235-B8A1-6C58-431C-11F3758BAC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874" y="69530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32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E6179-0779-99CF-526F-41A0BB96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01FA62-9A70-F188-C160-C3DFF1CE02D0}"/>
              </a:ext>
            </a:extLst>
          </p:cNvPr>
          <p:cNvSpPr txBox="1"/>
          <p:nvPr/>
        </p:nvSpPr>
        <p:spPr>
          <a:xfrm>
            <a:off x="0" y="391879"/>
            <a:ext cx="3900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Capstone Project: A Real-Time Chat Application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C08DAC-4C1E-4615-EBB9-B3B3859D669C}"/>
              </a:ext>
            </a:extLst>
          </p:cNvPr>
          <p:cNvSpPr/>
          <p:nvPr/>
        </p:nvSpPr>
        <p:spPr>
          <a:xfrm>
            <a:off x="3921369" y="474787"/>
            <a:ext cx="8249279" cy="5433646"/>
          </a:xfrm>
          <a:prstGeom prst="roundRect">
            <a:avLst>
              <a:gd name="adj" fmla="val 367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D208D-14EC-90DF-10C1-3BCE7C902330}"/>
              </a:ext>
            </a:extLst>
          </p:cNvPr>
          <p:cNvSpPr txBox="1"/>
          <p:nvPr/>
        </p:nvSpPr>
        <p:spPr>
          <a:xfrm>
            <a:off x="306796" y="1445284"/>
            <a:ext cx="3358661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 Auth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1-on-1 &amp; Group Chats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Friend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Live Updates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0208C-31B6-B102-8D74-FD3352E07CC2}"/>
              </a:ext>
            </a:extLst>
          </p:cNvPr>
          <p:cNvSpPr txBox="1"/>
          <p:nvPr/>
        </p:nvSpPr>
        <p:spPr>
          <a:xfrm>
            <a:off x="343220" y="3784034"/>
            <a:ext cx="3288323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Goal: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create a cohesive platform that integrated everything I had learned</a:t>
            </a:r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1F3B1B2F-62A8-2583-0FF0-9761C0903E93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Graphic 3" descr="Atom with solid fill">
            <a:extLst>
              <a:ext uri="{FF2B5EF4-FFF2-40B4-BE49-F238E27FC236}">
                <a16:creationId xmlns:a16="http://schemas.microsoft.com/office/drawing/2014/main" id="{D61B2BCA-65DB-1844-6918-8415E32EA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796" y="5668080"/>
            <a:ext cx="914400" cy="914400"/>
          </a:xfrm>
          <a:prstGeom prst="rect">
            <a:avLst/>
          </a:prstGeom>
        </p:spPr>
      </p:pic>
      <p:pic>
        <p:nvPicPr>
          <p:cNvPr id="6" name="Graphic 5" descr="Social network with solid fill">
            <a:extLst>
              <a:ext uri="{FF2B5EF4-FFF2-40B4-BE49-F238E27FC236}">
                <a16:creationId xmlns:a16="http://schemas.microsoft.com/office/drawing/2014/main" id="{6FE09AFC-3B8C-2895-BD74-1DD86CB26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96" y="8235073"/>
            <a:ext cx="914400" cy="914400"/>
          </a:xfrm>
          <a:prstGeom prst="rect">
            <a:avLst/>
          </a:prstGeom>
        </p:spPr>
      </p:pic>
      <p:pic>
        <p:nvPicPr>
          <p:cNvPr id="7" name="Graphic 6" descr="Tools with solid fill">
            <a:extLst>
              <a:ext uri="{FF2B5EF4-FFF2-40B4-BE49-F238E27FC236}">
                <a16:creationId xmlns:a16="http://schemas.microsoft.com/office/drawing/2014/main" id="{BFA21206-DC16-E36E-250F-C21A36B1A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874" y="69530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88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10DF-AD6F-A974-164E-6340AB57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2FAA7-4AAC-9E18-ABEA-5A44E3B2F63A}"/>
              </a:ext>
            </a:extLst>
          </p:cNvPr>
          <p:cNvSpPr txBox="1"/>
          <p:nvPr/>
        </p:nvSpPr>
        <p:spPr>
          <a:xfrm>
            <a:off x="914400" y="91691"/>
            <a:ext cx="1082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Talkify - Architecture &amp; Skills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23CCD2-8D3A-71C4-579B-B4F53CA9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9782" y="825352"/>
            <a:ext cx="7189485" cy="4842728"/>
          </a:xfrm>
          <a:prstGeom prst="rect">
            <a:avLst/>
          </a:prstGeom>
        </p:spPr>
      </p:pic>
      <p:sp>
        <p:nvSpPr>
          <p:cNvPr id="2" name="Circle: Hollow 1">
            <a:extLst>
              <a:ext uri="{FF2B5EF4-FFF2-40B4-BE49-F238E27FC236}">
                <a16:creationId xmlns:a16="http://schemas.microsoft.com/office/drawing/2014/main" id="{96BDD5A8-1116-AE3B-A864-64D895D413EC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81FF3B35-CAEB-BF1F-D670-8D2B47D34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796" y="5668080"/>
            <a:ext cx="914400" cy="914400"/>
          </a:xfrm>
          <a:prstGeom prst="rect">
            <a:avLst/>
          </a:prstGeom>
        </p:spPr>
      </p:pic>
      <p:pic>
        <p:nvPicPr>
          <p:cNvPr id="4" name="Graphic 3" descr="Social network with solid fill">
            <a:extLst>
              <a:ext uri="{FF2B5EF4-FFF2-40B4-BE49-F238E27FC236}">
                <a16:creationId xmlns:a16="http://schemas.microsoft.com/office/drawing/2014/main" id="{D195C246-E5CA-8A4C-7EE2-F4CE9F241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96" y="8235073"/>
            <a:ext cx="914400" cy="914400"/>
          </a:xfrm>
          <a:prstGeom prst="rect">
            <a:avLst/>
          </a:prstGeom>
        </p:spPr>
      </p:pic>
      <p:pic>
        <p:nvPicPr>
          <p:cNvPr id="6" name="Graphic 5" descr="Tools with solid fill">
            <a:extLst>
              <a:ext uri="{FF2B5EF4-FFF2-40B4-BE49-F238E27FC236}">
                <a16:creationId xmlns:a16="http://schemas.microsoft.com/office/drawing/2014/main" id="{1FA04BCA-5E81-759F-A070-A01C48CAE1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874" y="695308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E645D-A5C8-C549-8070-753711341CC4}"/>
              </a:ext>
            </a:extLst>
          </p:cNvPr>
          <p:cNvSpPr txBox="1"/>
          <p:nvPr/>
        </p:nvSpPr>
        <p:spPr>
          <a:xfrm>
            <a:off x="906874" y="1007636"/>
            <a:ext cx="4325816" cy="2435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Skills Gained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Backend/API Design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Systems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NoSQL Data Modeling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20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E646-4228-D27D-D54A-6C4F5347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46122-123C-8626-E16F-4D90D314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2" y="-369277"/>
            <a:ext cx="5322223" cy="76802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B27F96-07A3-C804-8B32-07CCF8C243B0}"/>
              </a:ext>
            </a:extLst>
          </p:cNvPr>
          <p:cNvSpPr txBox="1"/>
          <p:nvPr/>
        </p:nvSpPr>
        <p:spPr>
          <a:xfrm>
            <a:off x="914401" y="91692"/>
            <a:ext cx="502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Hardware: Assembly &amp; Component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2976C-6DE3-CB77-9321-93E4D817E7BB}"/>
              </a:ext>
            </a:extLst>
          </p:cNvPr>
          <p:cNvSpPr txBox="1"/>
          <p:nvPr/>
        </p:nvSpPr>
        <p:spPr>
          <a:xfrm>
            <a:off x="633046" y="2268415"/>
            <a:ext cx="4009292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Components: CPU, RAM, Storage, Fans, Expansion slots, PSU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014D0313-54C4-6275-5A95-65DD63C0257F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Graphic 3" descr="Atom with solid fill">
            <a:extLst>
              <a:ext uri="{FF2B5EF4-FFF2-40B4-BE49-F238E27FC236}">
                <a16:creationId xmlns:a16="http://schemas.microsoft.com/office/drawing/2014/main" id="{9BAE4328-E99A-6352-2C3E-55624E0B3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56589" y="5045528"/>
            <a:ext cx="914400" cy="914400"/>
          </a:xfrm>
          <a:prstGeom prst="rect">
            <a:avLst/>
          </a:prstGeom>
        </p:spPr>
      </p:pic>
      <p:pic>
        <p:nvPicPr>
          <p:cNvPr id="7" name="Graphic 6" descr="Social network with solid fill">
            <a:extLst>
              <a:ext uri="{FF2B5EF4-FFF2-40B4-BE49-F238E27FC236}">
                <a16:creationId xmlns:a16="http://schemas.microsoft.com/office/drawing/2014/main" id="{61250D57-9089-0EA4-10D2-53490F515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018" y="6987419"/>
            <a:ext cx="914400" cy="914400"/>
          </a:xfrm>
          <a:prstGeom prst="rect">
            <a:avLst/>
          </a:prstGeom>
        </p:spPr>
      </p:pic>
      <p:pic>
        <p:nvPicPr>
          <p:cNvPr id="8" name="Graphic 7" descr="Tools with solid fill">
            <a:extLst>
              <a:ext uri="{FF2B5EF4-FFF2-40B4-BE49-F238E27FC236}">
                <a16:creationId xmlns:a16="http://schemas.microsoft.com/office/drawing/2014/main" id="{5F5B2859-E9D2-0833-C3E4-903C179EF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909" y="58469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60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6856-8D31-87FE-AC71-217E459F1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02E595-8152-CF61-F5F0-8C2B32167597}"/>
              </a:ext>
            </a:extLst>
          </p:cNvPr>
          <p:cNvSpPr txBox="1"/>
          <p:nvPr/>
        </p:nvSpPr>
        <p:spPr>
          <a:xfrm>
            <a:off x="914401" y="91692"/>
            <a:ext cx="10498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Hardware: Diagnostics &amp; Troubleshooting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D29F07-B00A-FEEF-09F5-28FF0068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815" y="873389"/>
            <a:ext cx="6453554" cy="59173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E90C13-0268-DE5E-DEFE-9D7E688C18D1}"/>
              </a:ext>
            </a:extLst>
          </p:cNvPr>
          <p:cNvSpPr txBox="1"/>
          <p:nvPr/>
        </p:nvSpPr>
        <p:spPr>
          <a:xfrm>
            <a:off x="370533" y="1406769"/>
            <a:ext cx="4360984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Troubleshooting Techniques: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Diagnostic Techniques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CMOS 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Physical Inspection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3A5EC7DB-8F4B-6C53-E6E1-BAC6FD996F92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748126E1-71FE-1D75-ADEC-530D173C1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56589" y="5045528"/>
            <a:ext cx="914400" cy="914400"/>
          </a:xfrm>
          <a:prstGeom prst="rect">
            <a:avLst/>
          </a:prstGeom>
        </p:spPr>
      </p:pic>
      <p:pic>
        <p:nvPicPr>
          <p:cNvPr id="4" name="Graphic 3" descr="Social network with solid fill">
            <a:extLst>
              <a:ext uri="{FF2B5EF4-FFF2-40B4-BE49-F238E27FC236}">
                <a16:creationId xmlns:a16="http://schemas.microsoft.com/office/drawing/2014/main" id="{FEDA52EF-9892-8194-770C-7213C29F57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018" y="6987419"/>
            <a:ext cx="914400" cy="914400"/>
          </a:xfrm>
          <a:prstGeom prst="rect">
            <a:avLst/>
          </a:prstGeom>
        </p:spPr>
      </p:pic>
      <p:pic>
        <p:nvPicPr>
          <p:cNvPr id="6" name="Graphic 5" descr="Tools with solid fill">
            <a:extLst>
              <a:ext uri="{FF2B5EF4-FFF2-40B4-BE49-F238E27FC236}">
                <a16:creationId xmlns:a16="http://schemas.microsoft.com/office/drawing/2014/main" id="{D5EB7F54-DEE3-6C8C-A711-691ABCFADF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909" y="58469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72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BC73-BD2F-AF91-AC04-8AB3AEBB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CD7DAC-944E-F6B0-F3E8-46F38B8F5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9276"/>
              </p:ext>
            </p:extLst>
          </p:nvPr>
        </p:nvGraphicFramePr>
        <p:xfrm>
          <a:off x="616946" y="939412"/>
          <a:ext cx="4472354" cy="40893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36177">
                  <a:extLst>
                    <a:ext uri="{9D8B030D-6E8A-4147-A177-3AD203B41FA5}">
                      <a16:colId xmlns:a16="http://schemas.microsoft.com/office/drawing/2014/main" val="2080442574"/>
                    </a:ext>
                  </a:extLst>
                </a:gridCol>
                <a:gridCol w="2236177">
                  <a:extLst>
                    <a:ext uri="{9D8B030D-6E8A-4147-A177-3AD203B41FA5}">
                      <a16:colId xmlns:a16="http://schemas.microsoft.com/office/drawing/2014/main" val="2057353015"/>
                    </a:ext>
                  </a:extLst>
                </a:gridCol>
              </a:tblGrid>
              <a:tr h="760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Tools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543397888"/>
                  </a:ext>
                </a:extLst>
              </a:tr>
              <a:tr h="10887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ifconfig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Interface config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77325871"/>
                  </a:ext>
                </a:extLst>
              </a:tr>
              <a:tr h="7608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ping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Connectivity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1345772368"/>
                  </a:ext>
                </a:extLst>
              </a:tr>
              <a:tr h="10887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netcat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open ports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8267107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ADB06F-486E-9083-B5BA-E2522BDEE74D}"/>
              </a:ext>
            </a:extLst>
          </p:cNvPr>
          <p:cNvSpPr txBox="1"/>
          <p:nvPr/>
        </p:nvSpPr>
        <p:spPr>
          <a:xfrm>
            <a:off x="914401" y="91692"/>
            <a:ext cx="10498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Networking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115040-DBCA-4C51-EC9C-A0A6DD422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71" y="781430"/>
            <a:ext cx="6713100" cy="6076570"/>
          </a:xfrm>
          <a:prstGeom prst="rect">
            <a:avLst/>
          </a:prstGeom>
        </p:spPr>
      </p:pic>
      <p:sp>
        <p:nvSpPr>
          <p:cNvPr id="2" name="Circle: Hollow 1">
            <a:extLst>
              <a:ext uri="{FF2B5EF4-FFF2-40B4-BE49-F238E27FC236}">
                <a16:creationId xmlns:a16="http://schemas.microsoft.com/office/drawing/2014/main" id="{9C10646B-41BE-3CB1-BE37-0C090866705F}"/>
              </a:ext>
            </a:extLst>
          </p:cNvPr>
          <p:cNvSpPr/>
          <p:nvPr/>
        </p:nvSpPr>
        <p:spPr>
          <a:xfrm>
            <a:off x="-3146650" y="4840272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Graphic 3" descr="Atom with solid fill">
            <a:extLst>
              <a:ext uri="{FF2B5EF4-FFF2-40B4-BE49-F238E27FC236}">
                <a16:creationId xmlns:a16="http://schemas.microsoft.com/office/drawing/2014/main" id="{AD91FE9E-B9A8-C2DE-CC1D-9BD90E59F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060847" y="5943600"/>
            <a:ext cx="914400" cy="914400"/>
          </a:xfrm>
          <a:prstGeom prst="rect">
            <a:avLst/>
          </a:prstGeom>
        </p:spPr>
      </p:pic>
      <p:pic>
        <p:nvPicPr>
          <p:cNvPr id="7" name="Graphic 6" descr="Social network with solid fill">
            <a:extLst>
              <a:ext uri="{FF2B5EF4-FFF2-40B4-BE49-F238E27FC236}">
                <a16:creationId xmlns:a16="http://schemas.microsoft.com/office/drawing/2014/main" id="{587F87DC-BEE7-DC40-3B3F-43C3B9FD1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946" y="5815314"/>
            <a:ext cx="914400" cy="914400"/>
          </a:xfrm>
          <a:prstGeom prst="rect">
            <a:avLst/>
          </a:prstGeom>
        </p:spPr>
      </p:pic>
      <p:pic>
        <p:nvPicPr>
          <p:cNvPr id="8" name="Graphic 7" descr="Tools with solid fill">
            <a:extLst>
              <a:ext uri="{FF2B5EF4-FFF2-40B4-BE49-F238E27FC236}">
                <a16:creationId xmlns:a16="http://schemas.microsoft.com/office/drawing/2014/main" id="{3CCF0A76-BEE0-431B-1E9C-6B2DCC294E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48474" y="52438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947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9CC6-C5A7-1692-9EED-2A394DA1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B183A2-83ED-5FC2-53C5-790EF139E3E4}"/>
              </a:ext>
            </a:extLst>
          </p:cNvPr>
          <p:cNvSpPr txBox="1"/>
          <p:nvPr/>
        </p:nvSpPr>
        <p:spPr>
          <a:xfrm>
            <a:off x="914401" y="91692"/>
            <a:ext cx="10498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Bridging Theory with Practice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AEF248-8063-2D4A-11C6-33F780891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52110"/>
              </p:ext>
            </p:extLst>
          </p:nvPr>
        </p:nvGraphicFramePr>
        <p:xfrm>
          <a:off x="281354" y="1238047"/>
          <a:ext cx="11629292" cy="43819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14646">
                  <a:extLst>
                    <a:ext uri="{9D8B030D-6E8A-4147-A177-3AD203B41FA5}">
                      <a16:colId xmlns:a16="http://schemas.microsoft.com/office/drawing/2014/main" val="2080442574"/>
                    </a:ext>
                  </a:extLst>
                </a:gridCol>
                <a:gridCol w="5814646">
                  <a:extLst>
                    <a:ext uri="{9D8B030D-6E8A-4147-A177-3AD203B41FA5}">
                      <a16:colId xmlns:a16="http://schemas.microsoft.com/office/drawing/2014/main" val="2057353015"/>
                    </a:ext>
                  </a:extLst>
                </a:gridCol>
              </a:tblGrid>
              <a:tr h="8152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Academic Course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Practical Application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543397888"/>
                  </a:ext>
                </a:extLst>
              </a:tr>
              <a:tr h="11888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CSC 212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In-depth practical knowledge of Computer Hardware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77325871"/>
                  </a:ext>
                </a:extLst>
              </a:tr>
              <a:tr h="11888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CSC 222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Applied the theory knowledge to design the system architecture of my project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1345772368"/>
                  </a:ext>
                </a:extLst>
              </a:tr>
              <a:tr h="11888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CSC 313</a:t>
                      </a:r>
                    </a:p>
                  </a:txBody>
                  <a:tcPr marL="80049" marR="80049" marT="40025" marB="400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a performant database with indexing</a:t>
                      </a:r>
                    </a:p>
                  </a:txBody>
                  <a:tcPr marL="80049" marR="80049" marT="40025" marB="40025"/>
                </a:tc>
                <a:extLst>
                  <a:ext uri="{0D108BD9-81ED-4DB2-BD59-A6C34878D82A}">
                    <a16:rowId xmlns:a16="http://schemas.microsoft.com/office/drawing/2014/main" val="2826710779"/>
                  </a:ext>
                </a:extLst>
              </a:tr>
            </a:tbl>
          </a:graphicData>
        </a:graphic>
      </p:graphicFrame>
      <p:sp>
        <p:nvSpPr>
          <p:cNvPr id="2" name="Circle: Hollow 1">
            <a:extLst>
              <a:ext uri="{FF2B5EF4-FFF2-40B4-BE49-F238E27FC236}">
                <a16:creationId xmlns:a16="http://schemas.microsoft.com/office/drawing/2014/main" id="{E8F8EEB4-A33F-A4E1-BBF5-6D076E114555}"/>
              </a:ext>
            </a:extLst>
          </p:cNvPr>
          <p:cNvSpPr/>
          <p:nvPr/>
        </p:nvSpPr>
        <p:spPr>
          <a:xfrm>
            <a:off x="-5617028" y="4709643"/>
            <a:ext cx="5617028" cy="5617028"/>
          </a:xfrm>
          <a:prstGeom prst="donut">
            <a:avLst>
              <a:gd name="adj" fmla="val 3696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EB0C13C1-8E8D-647C-6A02-D4118181E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90453" y="6727371"/>
            <a:ext cx="914400" cy="914400"/>
          </a:xfrm>
          <a:prstGeom prst="rect">
            <a:avLst/>
          </a:prstGeom>
        </p:spPr>
      </p:pic>
      <p:pic>
        <p:nvPicPr>
          <p:cNvPr id="4" name="Graphic 3" descr="Social network with solid fill">
            <a:extLst>
              <a:ext uri="{FF2B5EF4-FFF2-40B4-BE49-F238E27FC236}">
                <a16:creationId xmlns:a16="http://schemas.microsoft.com/office/drawing/2014/main" id="{14930737-22E1-A331-844E-6D5665E7E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722914" y="4933571"/>
            <a:ext cx="914400" cy="914400"/>
          </a:xfrm>
          <a:prstGeom prst="rect">
            <a:avLst/>
          </a:prstGeom>
        </p:spPr>
      </p:pic>
      <p:pic>
        <p:nvPicPr>
          <p:cNvPr id="7" name="Graphic 6" descr="Tools with solid fill">
            <a:extLst>
              <a:ext uri="{FF2B5EF4-FFF2-40B4-BE49-F238E27FC236}">
                <a16:creationId xmlns:a16="http://schemas.microsoft.com/office/drawing/2014/main" id="{9D09CC08-00BE-6AFD-3F50-BA4A88D4C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5062138" y="50777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89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9DB0-C728-24C4-A34C-8EF52D05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7CD230-6FFF-C37D-9D0A-E492B59D294D}"/>
              </a:ext>
            </a:extLst>
          </p:cNvPr>
          <p:cNvSpPr txBox="1"/>
          <p:nvPr/>
        </p:nvSpPr>
        <p:spPr>
          <a:xfrm>
            <a:off x="846993" y="3044279"/>
            <a:ext cx="10498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C31B2-7732-8E90-6C8D-4E4D7A0C16EC}"/>
              </a:ext>
            </a:extLst>
          </p:cNvPr>
          <p:cNvSpPr txBox="1"/>
          <p:nvPr/>
        </p:nvSpPr>
        <p:spPr>
          <a:xfrm>
            <a:off x="8850924" y="6137031"/>
            <a:ext cx="3341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https://www.fortunecodes.tech</a:t>
            </a:r>
          </a:p>
        </p:txBody>
      </p:sp>
    </p:spTree>
    <p:extLst>
      <p:ext uri="{BB962C8B-B14F-4D97-AF65-F5344CB8AC3E}">
        <p14:creationId xmlns:p14="http://schemas.microsoft.com/office/powerpoint/2010/main" val="2732060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11147</TotalTime>
  <Words>329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Fortune</dc:creator>
  <cp:lastModifiedBy>Fortune</cp:lastModifiedBy>
  <cp:revision>5</cp:revision>
  <dcterms:created xsi:type="dcterms:W3CDTF">2026-01-03T12:27:24Z</dcterms:created>
  <dcterms:modified xsi:type="dcterms:W3CDTF">2026-01-11T06:19:05Z</dcterms:modified>
</cp:coreProperties>
</file>